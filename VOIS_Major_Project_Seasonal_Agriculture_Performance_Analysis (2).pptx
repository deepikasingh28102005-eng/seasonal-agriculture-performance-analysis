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108" d="100"/>
          <a:sy n="108" d="100"/>
        </p:scale>
        <p:origin x="185" y="103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83914"/>
            <a:ext cx="3400089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Deepika Singh (Deepu)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Jaypee University of Information Technology (JUIT), Solan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r>
              <a:rPr lang="en-GB" sz="3200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17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[enter ID from your AICTE offer letter]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Agricultural performance is shaped by seasonal shifts in rainfall, temperature, humidity and resource use — but raw farm-level data alone does not reveal how yield, cost and profitability actually change across seasons.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This project analyzes a multi-state seasonal farming dataset (4,000 farm records) to uncover meaningful seasonal patterns, trends, relationships and variations in agricultural performance.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The goal is to move from raw data to evidence-based insight — identifying which seasons, crops and practices perform best, and why — to support better seasonal agricultural planning.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4200000"/>
          </a:xfrm>
        </p:spPr>
        <p:txBody>
          <a:bodyPr>
            <a:normAutofit fontScale="90000"/>
          </a:bodyPr>
          <a:lstStyle/>
          <a:p>
            <a:r>
              <a:rPr lang="en-GB" dirty="0" sz="3200"/>
              <a:t>Project Description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endParaRPr lang="en-IN" dirty="0"/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800" b="0"/>
              <a:t>This project applies exploratory data analysis and visualization to a dataset of 4,000 farm records spanning three cropping seasons — Kharif, Rabi and Zaid — across 8 states, 10 districts and 8 crops.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800" b="0"/>
              <a:t>Using Python (Pandas, NumPy, Matplotlib, Seaborn) in a Jupyter Notebook, the raw data is cleaned, explored and analyzed to compare yield, cost, revenue, profit, resource usage (water, fertilizer, pesticide) and disease/pest risk across seasons, crops, states and irrigation methods.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800" b="0"/>
              <a:t>Correlation analysis and comparative visualizations are used to surface the strongest drivers of seasonal performance and translate them into practical, data-driven recommendations.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wrap="square">
            <a:norm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000">
                <a:solidFill>
                  <a:srgbClr val="2B2B2B"/>
                </a:solidFill>
              </a:rPr>
              <a:t>Farmers &amp; agricultural cooperatives — choosing the right crop, irrigation method and inputs for each season</a:t>
            </a:r>
            <a:endParaRPr lang="en-IN" sz="3600" dirty="0"/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000">
                <a:solidFill>
                  <a:srgbClr val="2B2B2B"/>
                </a:solidFill>
              </a:rPr>
              <a:t>State agriculture departments &amp; policymakers — seasonal planning, resource allocation and subsidy targeting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000">
                <a:solidFill>
                  <a:srgbClr val="2B2B2B"/>
                </a:solidFill>
              </a:rPr>
              <a:t>Agri-fintech &amp; crop-insurance providers — season- and crop-based risk assessment and pricing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000">
                <a:solidFill>
                  <a:srgbClr val="2B2B2B"/>
                </a:solidFill>
              </a:rPr>
              <a:t>Agribusiness &amp; supply-chain planners — anticipating seasonal production, pricing and demand shifts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000">
                <a:solidFill>
                  <a:srgbClr val="2B2B2B"/>
                </a:solidFill>
              </a:rPr>
              <a:t>Agricultural researchers &amp; students — benchmarking and studying seasonal performance trends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80000" y="1432560"/>
            <a:ext cx="7350000" cy="5243448"/>
          </a:xfrm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</a:rPr>
              <a:t>Python 3 — Pandas &amp; NumPy for data cleaning, transformation and aggregation</a:t>
            </a:r>
            <a:endParaRPr lang="en-IN" dirty="0"/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</a:rPr>
              <a:t>Matplotlib &amp; Seaborn — statistical charts and correlation visualizations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</a:rPr>
              <a:t>Jupyter Notebook — documented, reproducible end-to-end analysis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</a:rPr>
              <a:t>CSV / Microsoft Excel — source dataset (4,000 farm records, 28 features)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>
                <a:solidFill>
                  <a:srgbClr val="2B2B2B"/>
                </a:solidFill>
              </a:rPr>
              <a:t>Git &amp; GitHub — version control and project submission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900000" cy="830997"/>
          </a:xfrm>
        </p:spPr>
        <p:txBody>
          <a:bodyPr>
            <a:normAutofit/>
          </a:bodyPr>
          <a:lstStyle/>
          <a:p>
            <a:r>
              <a:rPr lang="en-GB" dirty="0" sz="2600"/>
              <a:t>RESULTS: Season-wise Data Spread &amp; Yield</a:t>
            </a:r>
            <a:endParaRPr lang="en-IN" dirty="0"/>
          </a:p>
        </p:txBody>
      </p:sp>
      <p:pic>
        <p:nvPicPr>
          <p:cNvPr id="31" name="Picture 30" descr="01_season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2591666"/>
            <a:ext cx="7000000" cy="291666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50000" y="1550000"/>
            <a:ext cx="43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7293"/>
                </a:solidFill>
              </a:rPr>
              <a:t>Key Insights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400">
                <a:solidFill>
                  <a:srgbClr val="2B2B2B"/>
                </a:solidFill>
              </a:rPr>
              <a:t>•  Kharif has the most farm records (1,779), followed by Rabi (1,627) and Zaid (594).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400">
                <a:solidFill>
                  <a:srgbClr val="2B2B2B"/>
                </a:solidFill>
              </a:rPr>
              <a:t>•  Kharif shows the highest average yield (~2.29 t/ha), followed by Rabi (~2.03 t/ha).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400">
                <a:solidFill>
                  <a:srgbClr val="2B2B2B"/>
                </a:solidFill>
              </a:rPr>
              <a:t>•  Zaid records the lowest average yield (~1.71 t/ha) despite fewer farms.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900000" cy="830997"/>
          </a:xfrm>
        </p:spPr>
        <p:txBody>
          <a:bodyPr>
            <a:normAutofit/>
          </a:bodyPr>
          <a:lstStyle/>
          <a:p>
            <a:r>
              <a:rPr lang="en-GB" dirty="0" sz="2600"/>
              <a:t>RESULTS: Seasonal Climate Conditions</a:t>
            </a:r>
            <a:endParaRPr lang="en-IN" dirty="0"/>
          </a:p>
        </p:txBody>
      </p:sp>
      <p:pic>
        <p:nvPicPr>
          <p:cNvPr id="31" name="Picture 30" descr="02_climate_by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3000000"/>
            <a:ext cx="7000000" cy="2100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50000" y="1550000"/>
            <a:ext cx="43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7293"/>
                </a:solidFill>
              </a:rPr>
              <a:t>Key Insights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400">
                <a:solidFill>
                  <a:srgbClr val="2B2B2B"/>
                </a:solidFill>
              </a:rPr>
              <a:t>•  Kharif receives far more rainfall (~852 mm) than Rabi (~436 mm) or Zaid (~299 mm).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400">
                <a:solidFill>
                  <a:srgbClr val="2B2B2B"/>
                </a:solidFill>
              </a:rPr>
              <a:t>•  Zaid is the hottest season (~31°C) but also the driest and least humid.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400">
                <a:solidFill>
                  <a:srgbClr val="2B2B2B"/>
                </a:solidFill>
              </a:rPr>
              <a:t>•  Rabi is the coolest season (~23.5°C), suiting winter crops like wheat and pulses.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900000" cy="830997"/>
          </a:xfrm>
        </p:spPr>
        <p:txBody>
          <a:bodyPr>
            <a:normAutofit/>
          </a:bodyPr>
          <a:lstStyle/>
          <a:p>
            <a:r>
              <a:rPr lang="en-GB" dirty="0" sz="2600"/>
              <a:t>RESULTS: Economic Performance by Season</a:t>
            </a:r>
            <a:endParaRPr lang="en-IN" dirty="0"/>
          </a:p>
        </p:txBody>
      </p:sp>
      <p:pic>
        <p:nvPicPr>
          <p:cNvPr id="31" name="Picture 30" descr="03_economics_by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2591666"/>
            <a:ext cx="7000000" cy="291666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50000" y="1550000"/>
            <a:ext cx="43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7293"/>
                </a:solidFill>
              </a:rPr>
              <a:t>Key Insights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400">
                <a:solidFill>
                  <a:srgbClr val="2B2B2B"/>
                </a:solidFill>
              </a:rPr>
              <a:t>•  Average profit is highest in Kharif (~₹1.79 lakh) and turns negative in Zaid (~₹−25K).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400">
                <a:solidFill>
                  <a:srgbClr val="2B2B2B"/>
                </a:solidFill>
              </a:rPr>
              <a:t>•  Profit margins average negative in every season — production costs often exceed revenue.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400">
                <a:solidFill>
                  <a:srgbClr val="2B2B2B"/>
                </a:solidFill>
              </a:rPr>
              <a:t>•  Zaid shows the widest, most negative profit-margin spread — the riskiest season economically.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900000" cy="830997"/>
          </a:xfrm>
        </p:spPr>
        <p:txBody>
          <a:bodyPr>
            <a:normAutofit/>
          </a:bodyPr>
          <a:lstStyle/>
          <a:p>
            <a:r>
              <a:rPr lang="en-GB" dirty="0" sz="2600"/>
              <a:t>RESULTS: Resource Usage &amp; Water Efficiency</a:t>
            </a:r>
            <a:endParaRPr lang="en-IN" dirty="0"/>
          </a:p>
        </p:txBody>
      </p:sp>
      <p:pic>
        <p:nvPicPr>
          <p:cNvPr id="31" name="Picture 30" descr="04_resource_u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3000000"/>
            <a:ext cx="7000000" cy="2100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50000" y="1550000"/>
            <a:ext cx="43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7293"/>
                </a:solidFill>
              </a:rPr>
              <a:t>Key Insights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400">
                <a:solidFill>
                  <a:srgbClr val="2B2B2B"/>
                </a:solidFill>
              </a:rPr>
              <a:t>•  Fertilizer use is nearly constant across seasons (~185–187 kg/ha) — not a seasonal differentiator.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400">
                <a:solidFill>
                  <a:srgbClr val="2B2B2B"/>
                </a:solidFill>
              </a:rPr>
              <a:t>•  Water efficiency is highest in Kharif (5.89 t/1000m³) and lowest in Zaid (4.41 t/1000m³).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400">
                <a:solidFill>
                  <a:srgbClr val="2B2B2B"/>
                </a:solidFill>
              </a:rPr>
              <a:t>•  Water volume used is similar across seasons — efficiency, not volume, separates strong seasons.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900000" cy="830997"/>
          </a:xfrm>
        </p:spPr>
        <p:txBody>
          <a:bodyPr>
            <a:normAutofit/>
          </a:bodyPr>
          <a:lstStyle/>
          <a:p>
            <a:r>
              <a:rPr lang="en-GB" dirty="0" sz="2600"/>
              <a:t>RESULTS: Key Relationships (Correlation Analysis)</a:t>
            </a:r>
            <a:endParaRPr lang="en-IN" dirty="0"/>
          </a:p>
        </p:txBody>
      </p:sp>
      <p:pic>
        <p:nvPicPr>
          <p:cNvPr id="31" name="Picture 30" descr="05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500000"/>
            <a:ext cx="6233333" cy="5100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50000" y="1550000"/>
            <a:ext cx="43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7293"/>
                </a:solidFill>
              </a:rPr>
              <a:t>Key Insights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400">
                <a:solidFill>
                  <a:srgbClr val="2B2B2B"/>
                </a:solidFill>
              </a:rPr>
              <a:t>•  Water efficiency has the strongest positive correlation with yield (r ≈ 0.69).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400">
                <a:solidFill>
                  <a:srgbClr val="2B2B2B"/>
                </a:solidFill>
              </a:rPr>
              <a:t>•  Profit margin correlates positively with yield (r ≈ 0.42); rainfall &amp; soil moisture show weak links.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400">
                <a:solidFill>
                  <a:srgbClr val="2B2B2B"/>
                </a:solidFill>
              </a:rPr>
              <a:t>•  Fertilizer, pesticide use and soil pH show almost no correlation with yield.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1400">
                <a:solidFill>
                  <a:srgbClr val="2B2B2B"/>
                </a:solidFill>
              </a:rPr>
              <a:t>•  Overall: YES — the dataset yields clear, actionable insight. It shows irrigation efficiency (not input volume) drives yield, and that Zaid is a consistently high-risk season economically.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000" y="1500000"/>
            <a:ext cx="106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</a:rPr>
              <a:t>•  Build a predictive model (regression / ML) to forecast season-wise yield and profit before the season begins.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</a:rPr>
              <a:t>•  Integrate real-time weather forecasts and market-price feeds for dynamic, up-to-date seasonal planning.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</a:rPr>
              <a:t>•  Develop an interactive dashboard (Power BI / Streamlit) so farmers and policymakers can explore results directly.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</a:rPr>
              <a:t>•  Incorporate soil-health and satellite / remote-sensing data for finer-grained seasonal insight.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900">
                <a:solidFill>
                  <a:srgbClr val="2B2B2B"/>
                </a:solidFill>
              </a:rPr>
              <a:t>•  Expand the dataset to more states, districts and multiple years to study year-on-year seasonal trends.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000" y="1700000"/>
            <a:ext cx="95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Project Repository: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1C7293"/>
                </a:solidFill>
              </a:rPr>
              <a:t>github.com/deepikasingh28102005-eng/seasonal-agriculture-performance-analysis</a:t>
            </a:r>
          </a:p>
          <a:p>
            <a:pPr>
              <a:spcBef>
                <a:spcPts val="1600"/>
              </a:spcBef>
            </a:pPr>
            <a:r>
              <a:rPr sz="1400" i="1">
                <a:solidFill>
                  <a:srgbClr val="707070"/>
                </a:solidFill>
              </a:rPr>
              <a:t>[Push the Jupyter Notebook, cleaned dataset and this presentation to the above GitHub profile, then update this link to the exact repository URL.]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000" y="1700000"/>
            <a:ext cx="9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707070"/>
                </a:solidFill>
              </a:rPr>
              <a:t>[Insert a screenshot of your VOIS Data Visualization course-completion certificate here]</a:t>
            </a:r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00000" y="2000000"/>
            <a:ext cx="90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Deepika Singh (Deepu)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404040"/>
                </a:solidFill>
              </a:rPr>
              <a:t>B.Tech CSE, Jaypee University of Information Technology (JUIT), Solan  |  Enrollment No. 241030016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404040"/>
                </a:solidFill>
              </a:rPr>
              <a:t>GitHub: github.com/deepikasingh28102005-eng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556</TotalTime>
  <Words>108</Words>
  <Application>Microsoft Office PowerPoint</Application>
  <PresentationFormat>Widescreen</PresentationFormat>
  <Paragraphs>26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DEEPIKA SINGH</cp:lastModifiedBy>
  <cp:revision>97</cp:revision>
  <dcterms:created xsi:type="dcterms:W3CDTF">2021-07-11T13:13:15Z</dcterms:created>
  <dcterms:modified xsi:type="dcterms:W3CDTF">2026-09-03T18:21:51Z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